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554798"/>
            <a:ext cx="11277295" cy="3647439"/>
          </a:xfrm>
          <a:prstGeom prst="rect">
            <a:avLst/>
          </a:prstGeom>
          <a:noFill/>
        </p:spPr>
        <p:txBody>
          <a:bodyPr wrap="square">
            <a:spAutoFit/>
          </a:bodyPr>
          <a:lstStyle/>
          <a:p>
            <a:pPr lvl="1">
              <a:defRPr sz="1400" b="0"/>
            </a:pPr>
            <a:r>
              <a:t>Lorem ipsum dolor sit amet, consectetur adipiscing elit. Donec iaculis elit nec ante eleifend, eget cursus tortor auctor. Integer at ultrices lorem, eget bibendum turpis. Praesent lacus sapien, ullamcorper gravida suscipit eu, pharetra et eros. Integer interdum dictum volutpat. Nulla pellentesque ante vitae sapien luctus ornare. Ut a risus quis diam rhoncus rhorcus. Integer tortor lorem, vulputate non tempus eu, suscipit id tellus. In laoreet sollicitudin quam, et condimentum justo ultrices eget. Pellentesque hendrerit suscipit diam ac porttitor. Aenean dictum id magna vel venenatis. In rhoncus tempor libero, sed consectetur nibh ultricies nec.</a:t>
            </a:r>
          </a:p>
          <a:p>
            <a:pPr lvl="1">
              <a:defRPr sz="1400" b="0"/>
            </a:pPr>
            <a:r>
              <a:t>Nulla pellentesque ante vitae sapien luctus ornare. Ut a risus quis diam rhoncus rhoncus.</a:t>
            </a:r>
          </a:p>
          <a:p>
            <a:pPr lvl="1">
              <a:defRPr sz="1400" b="0"/>
            </a:pPr>
            <a:r>
              <a:t>dictum id magna vel venenatis. In rhoncus tempus libero, sed consectetur nibh ultrices nec.</a:t>
            </a:r>
          </a:p>
          <a:p>
            <a:pPr lvl="1">
              <a:defRPr sz="1400" b="0"/>
            </a:pPr>
            <a:r>
              <a:t>Aenean pulvinar euismod ligula at lacinia. Ut consectetur dui ipsum, a rhoncus lacus gravida</a:t>
            </a:r>
          </a:p>
          <a:p>
            <a:pPr lvl="1">
              <a:defRPr sz="1400" b="0"/>
            </a:pPr>
            <a:r>
              <a:t>Aenean pulvinar euismod ligula at lacinia. Ut consectetuer dui ipsum, a rhoncus lacus gravida vitae. In mollis tortor in libero lobortis molestie. Integer tempor justo ligula, eu euismod lectus fringilla eu. Proin vestibulum sodales tristique. Pellentesque pretium, nibh et aliquet scelerisque, felis nulla lobortis tellus, at tristique libero ipsum a leo. Nulla mauris turpis, feugiat eu lacus eu, eleifend malesuada lorem. Praesent quis justo ligula. Cras quam risus, ultricies at odio accumsan, maximus eleifend justo. Sed sed convallis elit. In finibus congue Mauris at venenatis. Praesent pellentesque lacus eros, nec auctor neque semper eget. Sed vehicula ornare efficitur. Donec magna felis, ullamcorper et euismod eget, facilisis sed nibh.</a:t>
            </a:r>
          </a:p>
        </p:txBody>
      </p:sp>
      <p:graphicFrame>
        <p:nvGraphicFramePr>
          <p:cNvPr id="4" name="Table 3"/>
          <p:cNvGraphicFramePr>
            <a:graphicFrameLocks noGrp="1"/>
          </p:cNvGraphicFramePr>
          <p:nvPr/>
        </p:nvGraphicFramePr>
        <p:xfrm>
          <a:off x="457200" y="5339398"/>
          <a:ext cx="11277295" cy="1152842"/>
        </p:xfrm>
        <a:graphic>
          <a:graphicData uri="http://schemas.openxmlformats.org/drawingml/2006/table">
            <a:tbl>
              <a:tblPr firstRow="1" bandRow="1">
                <a:tableStyleId>{5C22544A-7EE6-4342-B048-85BDC9FD1C3A}</a:tableStyleId>
              </a:tblPr>
              <a:tblGrid>
                <a:gridCol w="2819323"/>
                <a:gridCol w="2819323"/>
                <a:gridCol w="2819323"/>
                <a:gridCol w="2819326"/>
              </a:tblGrid>
              <a:tr h="288210">
                <a:tc>
                  <a:txBody>
                    <a:bodyPr/>
                    <a:lstStyle/>
                    <a:p>
                      <a:pPr>
                        <a:defRPr sz="1100"/>
                      </a:pPr>
                      <a:r>
                        <a:t>1</a:t>
                      </a:r>
                    </a:p>
                  </a:txBody>
                  <a:tcPr/>
                </a:tc>
                <a:tc>
                  <a:txBody>
                    <a:bodyPr/>
                    <a:lstStyle/>
                    <a:p>
                      <a:pPr>
                        <a:defRPr sz="1100"/>
                      </a:pPr>
                      <a:r>
                        <a:t>2</a:t>
                      </a:r>
                    </a:p>
                  </a:txBody>
                  <a:tcPr/>
                </a:tc>
                <a:tc>
                  <a:txBody>
                    <a:bodyPr/>
                    <a:lstStyle/>
                    <a:p>
                      <a:pPr>
                        <a:defRPr sz="1100"/>
                      </a:pPr>
                      <a:r>
                        <a:t>3</a:t>
                      </a:r>
                    </a:p>
                  </a:txBody>
                  <a:tcPr/>
                </a:tc>
                <a:tc>
                  <a:txBody>
                    <a:bodyPr/>
                    <a:lstStyle/>
                    <a:p>
                      <a:pPr>
                        <a:defRPr sz="1100"/>
                      </a:pPr>
                      <a:r>
                        <a:t>4</a:t>
                      </a:r>
                    </a:p>
                  </a:txBody>
                  <a:tcPr/>
                </a:tc>
              </a:tr>
              <a:tr h="288210">
                <a:tc>
                  <a:txBody>
                    <a:bodyPr/>
                    <a:lstStyle/>
                    <a:p>
                      <a:pPr>
                        <a:defRPr sz="1100"/>
                      </a:pPr>
                      <a:r>
                        <a:t>5</a:t>
                      </a:r>
                    </a:p>
                  </a:txBody>
                  <a:tcPr/>
                </a:tc>
                <a:tc>
                  <a:txBody>
                    <a:bodyPr/>
                    <a:lstStyle/>
                    <a:p>
                      <a:pPr>
                        <a:defRPr sz="1100"/>
                      </a:pPr>
                      <a:r>
                        <a:t>6</a:t>
                      </a:r>
                    </a:p>
                  </a:txBody>
                  <a:tcPr/>
                </a:tc>
                <a:tc>
                  <a:txBody>
                    <a:bodyPr/>
                    <a:lstStyle/>
                    <a:p>
                      <a:pPr>
                        <a:defRPr sz="1100"/>
                      </a:pPr>
                      <a:r>
                        <a:t>7</a:t>
                      </a:r>
                    </a:p>
                  </a:txBody>
                  <a:tcPr/>
                </a:tc>
                <a:tc>
                  <a:txBody>
                    <a:bodyPr/>
                    <a:lstStyle/>
                    <a:p>
                      <a:pPr>
                        <a:defRPr sz="1100"/>
                      </a:pPr>
                      <a:r>
                        <a:t>8</a:t>
                      </a:r>
                    </a:p>
                  </a:txBody>
                  <a:tcPr/>
                </a:tc>
              </a:tr>
              <a:tr h="288210">
                <a:tc>
                  <a:txBody>
                    <a:bodyPr/>
                    <a:lstStyle/>
                    <a:p>
                      <a:pPr>
                        <a:defRPr sz="1100"/>
                      </a:pPr>
                      <a:r>
                        <a:t>9</a:t>
                      </a:r>
                    </a:p>
                  </a:txBody>
                  <a:tcPr/>
                </a:tc>
                <a:tc>
                  <a:txBody>
                    <a:bodyPr/>
                    <a:lstStyle/>
                    <a:p>
                      <a:pPr>
                        <a:defRPr sz="1100"/>
                      </a:pPr>
                      <a:r>
                        <a:t>10</a:t>
                      </a:r>
                    </a:p>
                  </a:txBody>
                  <a:tcPr/>
                </a:tc>
                <a:tc>
                  <a:txBody>
                    <a:bodyPr/>
                    <a:lstStyle/>
                    <a:p>
                      <a:pPr>
                        <a:defRPr sz="1100"/>
                      </a:pPr>
                      <a:r>
                        <a:t>11</a:t>
                      </a:r>
                    </a:p>
                  </a:txBody>
                  <a:tcPr/>
                </a:tc>
                <a:tc>
                  <a:txBody>
                    <a:bodyPr/>
                    <a:lstStyle/>
                    <a:p>
                      <a:pPr>
                        <a:defRPr sz="1100"/>
                      </a:pPr>
                      <a:r>
                        <a:t>12</a:t>
                      </a:r>
                    </a:p>
                  </a:txBody>
                  <a:tcPr/>
                </a:tc>
              </a:tr>
              <a:tr h="288212">
                <a:tc>
                  <a:txBody>
                    <a:bodyPr/>
                    <a:lstStyle/>
                    <a:p>
                      <a:pPr>
                        <a:defRPr sz="1100"/>
                      </a:pPr>
                      <a:r>
                        <a:t>13</a:t>
                      </a:r>
                    </a:p>
                  </a:txBody>
                  <a:tcPr/>
                </a:tc>
                <a:tc>
                  <a:txBody>
                    <a:bodyPr/>
                    <a:lstStyle/>
                    <a:p>
                      <a:pPr>
                        <a:defRPr sz="1100"/>
                      </a:pPr>
                      <a:r>
                        <a:t>14</a:t>
                      </a:r>
                    </a:p>
                  </a:txBody>
                  <a:tcPr/>
                </a:tc>
                <a:tc>
                  <a:txBody>
                    <a:bodyPr/>
                    <a:lstStyle/>
                    <a:p>
                      <a:pPr>
                        <a:defRPr sz="1100"/>
                      </a:pPr>
                      <a:r>
                        <a:t>15</a:t>
                      </a:r>
                    </a:p>
                  </a:txBody>
                  <a:tcPr/>
                </a:tc>
                <a:tc>
                  <a:txBody>
                    <a:bodyPr/>
                    <a:lstStyle/>
                    <a:p>
                      <a:pPr>
                        <a:defRPr sz="1100"/>
                      </a:pPr>
                      <a:r>
                        <a:t>16</a:t>
                      </a:r>
                    </a:p>
                  </a:txBody>
                  <a:tcPr/>
                </a:tc>
              </a:tr>
            </a:tbl>
          </a:graphicData>
        </a:graphic>
      </p:graphicFrame>
      <p:sp>
        <p:nvSpPr>
          <p:cNvPr id="5" name="TextBox 4"/>
          <p:cNvSpPr txBox="1"/>
          <p:nvPr/>
        </p:nvSpPr>
        <p:spPr>
          <a:xfrm>
            <a:off x="457200" y="6675120"/>
            <a:ext cx="11277295" cy="274320"/>
          </a:xfrm>
          <a:prstGeom prst="rect">
            <a:avLst/>
          </a:prstGeom>
          <a:noFill/>
        </p:spPr>
        <p:txBody>
          <a:bodyPr wrap="square">
            <a:spAutoFit/>
          </a:bodyPr>
          <a:lstStyle/>
          <a:p>
            <a:pPr lvl="1">
              <a:defRPr sz="1400" b="0"/>
            </a:pPr>
            <a:r>
              <a:t>Fusce efficitur mi ex. Quisque elementum elementum odio, a accumsan nibh consectetur sed. Interdum et malesuada fames ac ante ipsum primis in faucibus. Nunc a feugiat urna. Integer sit amet tincidunt mauris. Donec id urna nec turpis laoreet aliquam ac id ante. Curabitur faucibus consectetur velit, vitae efficitur odio facilisis sed.</a:t>
            </a:r>
          </a:p>
          <a:p>
            <a:pPr lvl="1">
              <a:defRPr sz="1400" b="0"/>
            </a:pPr>
            <a:r>
              <a:t>Vestibulum fermentum augue a lacus mattis condimentum. Sed ligula lacus, faucibus non suscipit sed, volutpat id nisl. Orci varius natoque penatibus et magnis dis parturient montes,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554798"/>
            <a:ext cx="11277295" cy="1202690"/>
          </a:xfrm>
          <a:prstGeom prst="rect">
            <a:avLst/>
          </a:prstGeom>
          <a:noFill/>
        </p:spPr>
        <p:txBody>
          <a:bodyPr wrap="square">
            <a:spAutoFit/>
          </a:bodyPr>
          <a:lstStyle/>
          <a:p>
            <a:pPr lvl="1">
              <a:defRPr sz="1400" b="0"/>
            </a:pPr>
            <a:r>
              <a:t>nascetur ridiculus mus. Class aptent taciti sociosqu ad litora torquent per conubia nostra, per inceptos himenaeos. Etiam et facilisis nibh, sagittis vulputate magna. Morbi iaculis placerat mauris eu sollicitudin. Nam ac varius sem, sit amet dictum tortor. Etiam finibus metus lacus. Ut tincidunt, lacus vel rhoncus viverra, enim purus sollicitudin lacus, id vulputate ante felis ut ante. Integer non purus feugiat, blandit lorem ut, elementum lectus. Sed condimentum accumsan arcu vel vehicula.</a:t>
            </a:r>
          </a:p>
        </p:txBody>
      </p:sp>
      <p:graphicFrame>
        <p:nvGraphicFramePr>
          <p:cNvPr id="4" name="Table 3"/>
          <p:cNvGraphicFramePr>
            <a:graphicFrameLocks noGrp="1"/>
          </p:cNvGraphicFramePr>
          <p:nvPr/>
        </p:nvGraphicFramePr>
        <p:xfrm>
          <a:off x="457200" y="2894647"/>
          <a:ext cx="11277295" cy="1280160"/>
        </p:xfrm>
        <a:graphic>
          <a:graphicData uri="http://schemas.openxmlformats.org/drawingml/2006/table">
            <a:tbl>
              <a:tblPr firstRow="1" bandRow="1">
                <a:tableStyleId>{5C22544A-7EE6-4342-B048-85BDC9FD1C3A}</a:tableStyleId>
              </a:tblPr>
              <a:tblGrid>
                <a:gridCol w="2819323"/>
                <a:gridCol w="2819323"/>
                <a:gridCol w="2819323"/>
                <a:gridCol w="2819326"/>
              </a:tblGrid>
              <a:tr h="320040">
                <a:tc>
                  <a:txBody>
                    <a:bodyPr/>
                    <a:lstStyle/>
                    <a:p>
                      <a:pPr>
                        <a:defRPr sz="1100"/>
                      </a:pPr>
                      <a:r>
                        <a:t>1</a:t>
                      </a:r>
                    </a:p>
                  </a:txBody>
                  <a:tcPr/>
                </a:tc>
                <a:tc>
                  <a:txBody>
                    <a:bodyPr/>
                    <a:lstStyle/>
                    <a:p>
                      <a:pPr>
                        <a:defRPr sz="1100"/>
                      </a:pPr>
                      <a:r>
                        <a:t>2</a:t>
                      </a:r>
                    </a:p>
                  </a:txBody>
                  <a:tcPr/>
                </a:tc>
                <a:tc>
                  <a:txBody>
                    <a:bodyPr/>
                    <a:lstStyle/>
                    <a:p>
                      <a:pPr>
                        <a:defRPr sz="1100"/>
                      </a:pPr>
                      <a:r>
                        <a:t>3</a:t>
                      </a:r>
                    </a:p>
                  </a:txBody>
                  <a:tcPr/>
                </a:tc>
                <a:tc>
                  <a:txBody>
                    <a:bodyPr/>
                    <a:lstStyle/>
                    <a:p>
                      <a:pPr>
                        <a:defRPr sz="1100"/>
                      </a:pPr>
                      <a:r>
                        <a:t>4</a:t>
                      </a:r>
                    </a:p>
                  </a:txBody>
                  <a:tcPr/>
                </a:tc>
              </a:tr>
              <a:tr h="320040">
                <a:tc>
                  <a:txBody>
                    <a:bodyPr/>
                    <a:lstStyle/>
                    <a:p>
                      <a:pPr>
                        <a:defRPr sz="1100"/>
                      </a:pPr>
                      <a:r>
                        <a:t>5</a:t>
                      </a:r>
                    </a:p>
                  </a:txBody>
                  <a:tcPr/>
                </a:tc>
                <a:tc>
                  <a:txBody>
                    <a:bodyPr/>
                    <a:lstStyle/>
                    <a:p>
                      <a:pPr>
                        <a:defRPr sz="1100"/>
                      </a:pPr>
                      <a:r>
                        <a:t>6</a:t>
                      </a:r>
                    </a:p>
                  </a:txBody>
                  <a:tcPr/>
                </a:tc>
                <a:tc>
                  <a:txBody>
                    <a:bodyPr/>
                    <a:lstStyle/>
                    <a:p>
                      <a:pPr>
                        <a:defRPr sz="1100"/>
                      </a:pPr>
                      <a:r>
                        <a:t>7</a:t>
                      </a:r>
                    </a:p>
                  </a:txBody>
                  <a:tcPr/>
                </a:tc>
                <a:tc>
                  <a:txBody>
                    <a:bodyPr/>
                    <a:lstStyle/>
                    <a:p>
                      <a:pPr>
                        <a:defRPr sz="1100"/>
                      </a:pPr>
                      <a:r>
                        <a:t>8</a:t>
                      </a:r>
                    </a:p>
                  </a:txBody>
                  <a:tcPr/>
                </a:tc>
              </a:tr>
              <a:tr h="320040">
                <a:tc>
                  <a:txBody>
                    <a:bodyPr/>
                    <a:lstStyle/>
                    <a:p>
                      <a:pPr>
                        <a:defRPr sz="1100"/>
                      </a:pPr>
                      <a:r>
                        <a:t>9</a:t>
                      </a:r>
                    </a:p>
                  </a:txBody>
                  <a:tcPr/>
                </a:tc>
                <a:tc>
                  <a:txBody>
                    <a:bodyPr/>
                    <a:lstStyle/>
                    <a:p>
                      <a:pPr>
                        <a:defRPr sz="1100"/>
                      </a:pPr>
                      <a:r>
                        <a:t>10</a:t>
                      </a:r>
                    </a:p>
                  </a:txBody>
                  <a:tcPr/>
                </a:tc>
                <a:tc>
                  <a:txBody>
                    <a:bodyPr/>
                    <a:lstStyle/>
                    <a:p>
                      <a:pPr>
                        <a:defRPr sz="1100"/>
                      </a:pPr>
                      <a:r>
                        <a:t>11</a:t>
                      </a:r>
                    </a:p>
                  </a:txBody>
                  <a:tcPr/>
                </a:tc>
                <a:tc>
                  <a:txBody>
                    <a:bodyPr/>
                    <a:lstStyle/>
                    <a:p>
                      <a:pPr>
                        <a:defRPr sz="1100"/>
                      </a:pPr>
                      <a:r>
                        <a:t>12</a:t>
                      </a:r>
                    </a:p>
                  </a:txBody>
                  <a:tcPr/>
                </a:tc>
              </a:tr>
              <a:tr h="320040">
                <a:tc>
                  <a:txBody>
                    <a:bodyPr/>
                    <a:lstStyle/>
                    <a:p>
                      <a:pPr>
                        <a:defRPr sz="1100"/>
                      </a:pPr>
                      <a:r>
                        <a:t>13</a:t>
                      </a:r>
                    </a:p>
                  </a:txBody>
                  <a:tcPr/>
                </a:tc>
                <a:tc>
                  <a:txBody>
                    <a:bodyPr/>
                    <a:lstStyle/>
                    <a:p>
                      <a:pPr>
                        <a:defRPr sz="1100"/>
                      </a:pPr>
                      <a:r>
                        <a:t>14</a:t>
                      </a:r>
                    </a:p>
                  </a:txBody>
                  <a:tcPr/>
                </a:tc>
                <a:tc>
                  <a:txBody>
                    <a:bodyPr/>
                    <a:lstStyle/>
                    <a:p>
                      <a:pPr>
                        <a:defRPr sz="1100"/>
                      </a:pPr>
                      <a:r>
                        <a:t>15</a:t>
                      </a:r>
                    </a:p>
                  </a:txBody>
                  <a:tcPr/>
                </a:tc>
                <a:tc>
                  <a:txBody>
                    <a:bodyPr/>
                    <a:lstStyle/>
                    <a:p>
                      <a:pPr>
                        <a:defRPr sz="1100"/>
                      </a:pPr>
                      <a:r>
                        <a:t>16</a:t>
                      </a:r>
                    </a:p>
                  </a:txBody>
                  <a:tcPr/>
                </a:tc>
              </a:tr>
            </a:tbl>
          </a:graphicData>
        </a:graphic>
      </p:graphicFrame>
      <p:sp>
        <p:nvSpPr>
          <p:cNvPr id="5" name="TextBox 4"/>
          <p:cNvSpPr txBox="1"/>
          <p:nvPr/>
        </p:nvSpPr>
        <p:spPr>
          <a:xfrm>
            <a:off x="457200" y="4357688"/>
            <a:ext cx="11277295" cy="980440"/>
          </a:xfrm>
          <a:prstGeom prst="rect">
            <a:avLst/>
          </a:prstGeom>
          <a:noFill/>
        </p:spPr>
        <p:txBody>
          <a:bodyPr wrap="square">
            <a:spAutoFit/>
          </a:bodyPr>
          <a:lstStyle/>
          <a:p>
            <a:pPr lvl="1">
              <a:defRPr sz="1400" b="0"/>
            </a:pPr>
            <a:r>
              <a:t>Aenean pulvinar euismod ligula at lacinia. Ut consectetur dui ipsum, a rhoncus lacus gravida vitae. In mollis tortor in libero lobortis molestie. Integer tempor justo ligula, eu euismod lectus fringilla eu. Proin vestibulum sodales tristique. Pellentesque pretium, nibh et aliquet scelerisque, felis nulla lobortis tellus, at tristique libero ipsum a leo. Nulla mauris turpis, feugiat eu lacus eu, eleifend malesuada lorem. Praesent quis justo ligula. Cras quam risus, ultricies.</a:t>
            </a:r>
          </a:p>
        </p:txBody>
      </p:sp>
      <p:pic>
        <p:nvPicPr>
          <p:cNvPr id="6" name="Picture 5" descr="p002_img00.jpeg"/>
          <p:cNvPicPr>
            <a:picLocks noChangeAspect="1"/>
          </p:cNvPicPr>
          <p:nvPr/>
        </p:nvPicPr>
        <p:blipFill>
          <a:blip r:embed="rId2"/>
          <a:stretch>
            <a:fillRect/>
          </a:stretch>
        </p:blipFill>
        <p:spPr>
          <a:xfrm>
            <a:off x="457200" y="5475288"/>
            <a:ext cx="1418083" cy="101695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