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PDF Document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798"/>
            <a:ext cx="11277295" cy="2282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400" b="0"/>
            </a:pPr>
            <a:r>
              <a:t>This is a sample one-page PDF generated for demonstration purposes.</a:t>
            </a:r>
          </a:p>
          <a:p>
            <a:pPr>
              <a:defRPr sz="1800" b="1"/>
            </a:pPr>
            <a:r>
              <a:t>About this document</a:t>
            </a:r>
          </a:p>
          <a:p>
            <a:pPr lvl="1">
              <a:defRPr sz="1400" b="0"/>
            </a:pPr>
            <a:r>
              <a:t>This file shows basic PDF elements such as headings, body text, a bulleted list, and a small table, all fitted onto a single page.</a:t>
            </a:r>
          </a:p>
          <a:p>
            <a:pPr>
              <a:defRPr sz="1800" b="1"/>
            </a:pPr>
            <a:r>
              <a:t>Key points</a:t>
            </a:r>
          </a:p>
          <a:p>
            <a:pPr lvl="1">
              <a:defRPr sz="1400" b="0"/>
            </a:pPr>
            <a:r>
              <a:t>- Generated programmatically using Python</a:t>
            </a:r>
            <a:br/>
            <a:r>
              <a:t>- Formatted as a standard Letter-size page</a:t>
            </a:r>
            <a:br/>
            <a:r>
              <a:t>- Contains text, a list, and a table</a:t>
            </a:r>
          </a:p>
          <a:p>
            <a:pPr>
              <a:defRPr sz="1800" b="1"/>
            </a:pPr>
            <a:r>
              <a:t>Sample table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3974148"/>
          <a:ext cx="11277295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Value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PDF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Sample/Demo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