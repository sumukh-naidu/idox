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</p:spPr>
        <p:txBody>
          <a:bodyPr/>
          <a:lstStyle/>
          <a:p>
            <a:pPr algn="ctr"/>
            <a:r>
              <a:t>Quarterly Sales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798"/>
            <a:ext cx="11277295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Region totals in USD, all figures unaudited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05648"/>
          <a:ext cx="11277295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$125,000.50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$134,200.25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$150,100.00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$161,500.75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$98,000.00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$101,250.50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$99,000.00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$120,300.00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$76,500.25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$88,000.00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$95,250.00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$110,900.50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$28,750.75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$34,500.00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$39,900.00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Middle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$22,500.00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$25,100.00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$27,800.25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$30,050.00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$353,000.75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$377,301.50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$406,650.25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$462,651.25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28807"/>
            <a:ext cx="11277295" cy="313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400" b="0"/>
            </a:pPr>
            <a:r>
              <a:t>Note: Q4 includes the holiday campaign.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295" cy="1143000"/>
          </a:xfrm>
        </p:spPr>
        <p:txBody>
          <a:bodyPr/>
          <a:lstStyle/>
          <a:p>
            <a:pPr algn="ctr"/>
            <a:r>
              <a:t>Quarterly Sales Report</a:t>
            </a:r>
          </a:p>
        </p:txBody>
      </p:sp>
      <p:pic>
        <p:nvPicPr>
          <p:cNvPr id="3" name="Picture 2" descr="chart_0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798"/>
            <a:ext cx="5090800" cy="25729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798"/>
          <a:ext cx="1127729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Active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Priya Nair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 Mar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Tom Becker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02 Nov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Aiko Tanaka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09 Jan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FALSE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Luis Ortega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 Jun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