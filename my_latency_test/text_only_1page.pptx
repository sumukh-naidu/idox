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Work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798"/>
            <a:ext cx="11277295" cy="4937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400" b="0"/>
            </a:pPr>
            <a:r>
              <a:t>Sumukh Naidu H M  |  AI Engineer  |  Wednesday, September 09, 2026</a:t>
            </a:r>
          </a:p>
          <a:p>
            <a:pPr lvl="1">
              <a:defRPr sz="1400" b="0"/>
            </a:pPr>
            <a:r>
              <a:t>Discover → Crawl → Clean → Classify → Extract → Resolve → Deliver</a:t>
            </a:r>
          </a:p>
          <a:p>
            <a:pPr lvl="1">
              <a:defRPr sz="1400" b="0"/>
            </a:pPr>
            <a:r>
              <a:t>Sumukh Naidu H M | Al Engineer | Wednesday, September 09, 2026</a:t>
            </a:r>
          </a:p>
          <a:p>
            <a:pPr>
              <a:defRPr sz="1800" b="1"/>
            </a:pPr>
            <a:r>
              <a:t>Today's Work</a:t>
            </a:r>
          </a:p>
          <a:p>
            <a:pPr lvl="1">
              <a:defRPr sz="1400" b="0"/>
            </a:pPr>
            <a:r>
              <a:t>Project Corporate Intelligence Extraction POC</a:t>
            </a:r>
          </a:p>
          <a:p>
            <a:pPr lvl="1">
              <a:defRPr sz="1400" b="0"/>
            </a:pPr>
            <a:r>
              <a:t>Pipeline Discover → Crawl → Clean → Classify → Resolve → Deliver</a:t>
            </a:r>
          </a:p>
          <a:p>
            <a:pPr lvl="1">
              <a:defRPr sz="1400" b="0"/>
            </a:pPr>
            <a:r>
              <a:t>Harness reads only the existing data/cleaned/*.json output — zero network calls — and scores</a:t>
            </a:r>
          </a:p>
          <a:p>
            <a:pPr lvl="1">
              <a:defRPr sz="1400" b="0"/>
            </a:pPr>
            <a:r>
              <a:t>- Built out the CWI-09 benchmark / evaluation harness for the extraction pipeline, structured as its own top-level benchmark/package (schema.py, normalize.py, merge.py, labels.py, scorer.py, report.py, cli.py).</a:t>
            </a:r>
          </a:p>
          <a:p>
            <a:pPr lvl="1">
              <a:defRPr sz="1400" b="0"/>
            </a:pPr>
            <a:r>
              <a:t>against hand-labeled ground truth stored per company in data/labels/*.json.</a:t>
            </a:r>
          </a:p>
          <a:p>
            <a:pPr lvl="1">
              <a:defRPr sz="1400" b="0"/>
            </a:pPr>
            <a:r>
              <a:t>Harness reads only the existing data/cleaned.json output — zero network calls — and scores against hand-labeled ground truth stored per company in data/labels/.json.</a:t>
            </a:r>
          </a:p>
          <a:p>
            <a:pPr lvl="1">
              <a:defRPr sz="1400" b="0"/>
            </a:pPr>
            <a:r>
              <a:t>- Implemented CLI commands (label and run) for labeling ground truth and executing scoring runs.</a:t>
            </a:r>
          </a:p>
          <a:p>
            <a:pPr lvl="1">
              <a:defRPr sz="1400" b="0"/>
            </a:pPr>
            <a:r>
              <a:t>Implemented six-outcome scoring logic: correct, incorrect, missing, false_positive, correctly_abstained, and unlabeled — computing precision, coverage, and false-population-rate metrics, with safe null handling on zero-denominator cases.</a:t>
            </a:r>
          </a:p>
          <a:p>
            <a:pPr lvl="1">
              <a:defRPr sz="1400" b="0"/>
            </a:pPr>
            <a:r>
              <a:t>- Added per-field match-type rules (exact / fuzzy / phone / URL) so comparisons account for how each field type should reasonably be matched.</a:t>
            </a:r>
          </a:p>
          <a:p>
            <a:pPr lvl="1">
              <a:defRPr sz="1400" b="0"/>
            </a:pPr>
            <a:r>
              <a:t>Added a naive, eval-only-per-company merge step to stand in for the not-yet-built Resolve stage, plus explicit "pending" sentinels for citation_validity, since CWI-10 (citation verification) has not been built yet — avoided taking a number for an unmeasured metric.</a:t>
            </a:r>
          </a:p>
          <a:p>
            <a:pPr lvl="1">
              <a:defRPr sz="1400" b="0"/>
            </a:pPr>
            <a:r>
              <a:t>Added a naive, eval-only per-company merge step to stand in for the not-yet-built Resolve stage, plus</a:t>
            </a:r>
          </a:p>
          <a:p>
            <a:pPr lvl="1">
              <a:defRPr sz="1400" b="0"/>
            </a:pPr>
            <a:r>
              <a:t>- Wrote and passed all 43 unit tests covering the harness (test_labels, test_merge, test_normalize, test_scorer).</a:t>
            </a:r>
          </a:p>
          <a:p>
            <a:pPr lvl="1">
              <a:defRPr sz="1400" b="0"/>
            </a:pPr>
            <a:r>
              <a:t>yet — avoided faking a number for an unmeasured metric.</a:t>
            </a:r>
          </a:p>
          <a:p>
            <a:pPr>
              <a:defRPr sz="1800" b="1"/>
            </a:pPr>
            <a:r>
              <a:t>Upcoming Work</a:t>
            </a:r>
          </a:p>
          <a:p>
            <a:pPr lvl="1">
              <a:defRPr sz="1400" b="0"/>
            </a:pPr>
            <a:r>
              <a:t>- Starting work on Odoo CRM integration based on a requirement document that has been provided.</a:t>
            </a:r>
          </a:p>
          <a:p>
            <a:pPr lvl="1">
              <a:defRPr sz="1400" b="0"/>
            </a:pPr>
            <a:r>
              <a:t>Goal is to shortlist only the features genuinely needed for the requirement, avoiding unnecessary scope</a:t>
            </a:r>
          </a:p>
          <a:p>
            <a:pPr lvl="1">
              <a:defRPr sz="1400" b="0"/>
            </a:pPr>
            <a:r>
              <a:t>to the stated requirement, rather than building from scratch.</a:t>
            </a:r>
          </a:p>
          <a:p>
            <a:pPr lvl="1">
              <a:defRPr sz="1400" b="0"/>
            </a:pPr>
            <a:r>
              <a:t>Will review Odoo's open-source codebase to identify which existing CRM features are actually relevant to the stated requirement, avoiding unnecessary scope from Odoo's full CRM feature set.</a:t>
            </a:r>
          </a:p>
          <a:p>
            <a:pPr lvl="1">
              <a:defRPr sz="1400" b="0"/>
            </a:pPr>
            <a:r>
              <a:t>Generated report — Corporate Intelligence Extraction POC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