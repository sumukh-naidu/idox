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135</c:v>
                </c:pt>
                <c:pt idx="2">
                  <c:v>150</c:v>
                </c:pt>
                <c:pt idx="3">
                  <c:v>170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results and Q4 outlook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12% year over year</a:t>
            </a:r>
          </a:p>
          <a:p>
            <a:r>
              <a:t>North region led growth after the August campaign</a:t>
            </a:r>
          </a:p>
          <a:p>
            <a:r>
              <a:t>Customer churn fell to 3.1%</a:t>
            </a:r>
          </a:p>
          <a:p>
            <a:r>
              <a:t>Two new warehouses opened in Pune and Kochi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Sales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54864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$468,500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+13.7%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$298,000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$305,200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+2.4%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$355,000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$389,900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Quarter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Inventory turnover improved for labels and boxes</a:t>
            </a:r>
          </a:p>
          <a:p>
            <a:r>
              <a:t>Straps and bumpers remain below target and need reorders</a:t>
            </a:r>
          </a:p>
        </p:txBody>
      </p:sp>
      <p:pic>
        <p:nvPicPr>
          <p:cNvPr id="3" name="Picture 2" descr="sheet_02_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8229600" cy="15478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notes (hidden)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0"/>
            <a:ext cx="5943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Hire two analysts before the end of November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