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Daily Work Report</a:t>
            </a:r>
          </a:p>
        </p:txBody>
      </p:sp>
      <p:sp>
        <p:nvSpPr>
          <p:cNvPr id="3" name="TextBox 2"/>
          <p:cNvSpPr txBox="1"/>
          <p:nvPr/>
        </p:nvSpPr>
        <p:spPr>
          <a:xfrm>
            <a:off x="457200" y="1554798"/>
            <a:ext cx="11277295" cy="4937442"/>
          </a:xfrm>
          <a:prstGeom prst="rect">
            <a:avLst/>
          </a:prstGeom>
          <a:noFill/>
        </p:spPr>
        <p:txBody>
          <a:bodyPr wrap="square">
            <a:spAutoFit/>
          </a:bodyPr>
          <a:lstStyle/>
          <a:p>
            <a:pPr lvl="1">
              <a:defRPr sz="1400" b="0"/>
            </a:pPr>
            <a:r>
              <a:t>Sumukh Naidu H M | AI Engineer | Wednesday, September 09, 2026</a:t>
            </a:r>
          </a:p>
          <a:p>
            <a:pPr lvl="1">
              <a:defRPr sz="1400" b="0"/>
            </a:pPr>
            <a:r>
              <a:t>Discover → Crawl → Clean → Classify → Extract → Resolve → Deliver</a:t>
            </a:r>
          </a:p>
          <a:p>
            <a:pPr>
              <a:defRPr sz="1800" b="1"/>
            </a:pPr>
            <a:r>
              <a:t>Today's Work</a:t>
            </a:r>
          </a:p>
          <a:p>
            <a:pPr lvl="1">
              <a:defRPr sz="1400" b="0"/>
            </a:pPr>
            <a:r>
              <a:t>Project Corporate Intelligence Extraction POC</a:t>
            </a:r>
          </a:p>
          <a:p>
            <a:pPr lvl="1">
              <a:defRPr sz="1400" b="0"/>
            </a:pPr>
            <a:r>
              <a:t>Pipeline Discover → Crawl → Clean → Classify → Resolve → Deliver</a:t>
            </a:r>
          </a:p>
          <a:p>
            <a:pPr lvl="1">
              <a:defRPr sz="1400" b="0"/>
            </a:pPr>
            <a:r>
              <a:t>- Built out the CWI-09 benchmark / evaluation harness for the extraction pipeline, structured as its own top-level benchmark/package (schema.py, normalize.py, merge.py, labels.py, scorer.py, report.py, cli.py).</a:t>
            </a:r>
          </a:p>
          <a:p>
            <a:pPr lvl="1">
              <a:defRPr sz="1400" b="0"/>
            </a:pPr>
            <a:r>
              <a:t>Harness reads only the existing data/cleaned/*.json output — zero network calls — and scores</a:t>
            </a:r>
          </a:p>
          <a:p>
            <a:pPr lvl="1">
              <a:defRPr sz="1400" b="0"/>
            </a:pPr>
            <a:r>
              <a:t>against hand-labeled ground truth stored per company in data/labels/*.json.</a:t>
            </a:r>
          </a:p>
          <a:p>
            <a:pPr lvl="1">
              <a:defRPr sz="1400" b="0"/>
            </a:pPr>
            <a:r>
              <a:t>Harness reads only the existing data/cleaned.json output — zero network calls — and scores against hand-labeled ground truth stored per company in data/labels/.json.</a:t>
            </a:r>
          </a:p>
          <a:p>
            <a:pPr lvl="1">
              <a:defRPr sz="1400" b="0"/>
            </a:pPr>
            <a:r>
              <a:t>- Implemented CLI commands (label and run) for labeling ground truth and executing scoring runs.</a:t>
            </a:r>
          </a:p>
          <a:p>
            <a:pPr lvl="1">
              <a:defRPr sz="1400" b="0"/>
            </a:pPr>
            <a:r>
              <a:t>Implemented six-outcome scoring logic: correct, incorrect, missing, false_positive, correctly_abstained, and unlabeled — computing precision, coverage, and false-population-rate metrics, with safe null handling on zero-denominator cases.</a:t>
            </a:r>
          </a:p>
          <a:p>
            <a:pPr lvl="1">
              <a:defRPr sz="1400" b="0"/>
            </a:pPr>
            <a:r>
              <a:t>- Added per-field match-type rules (exact / fuzzy / phone / URL) so comparisons account for how each field type should reasonably be matched.</a:t>
            </a:r>
          </a:p>
          <a:p>
            <a:pPr lvl="1">
              <a:defRPr sz="1400" b="0"/>
            </a:pPr>
            <a:r>
              <a:t>Added a naive, eval-only-per-company merge step to stand in for the not-yet-built Resolve stage, plus explicit "pending" sentinels for citation_validity, since CWI-10 (citation verification) has not been built yet — avoided taking a number for an unmeasured metric.</a:t>
            </a:r>
          </a:p>
          <a:p>
            <a:pPr lvl="1">
              <a:defRPr sz="1400" b="0"/>
            </a:pPr>
            <a:r>
              <a:t>- Wrote and passed all 43 unit tests covering the harness (test_labels, test_merge, test_normalize, test_scorer).</a:t>
            </a:r>
          </a:p>
          <a:p>
            <a:pPr lvl="1">
              <a:defRPr sz="1400" b="0"/>
            </a:pPr>
            <a:r>
              <a:t>Added a naive, eval-only per-company merge step to stand in for the not-yet-built Resolve stage, plus</a:t>
            </a:r>
          </a:p>
          <a:p>
            <a:pPr>
              <a:defRPr sz="1800" b="1"/>
            </a:pPr>
            <a:r>
              <a:t>Upcoming Work</a:t>
            </a:r>
          </a:p>
          <a:p>
            <a:pPr lvl="1">
              <a:defRPr sz="1400" b="0"/>
            </a:pPr>
            <a:r>
              <a:t>yet — avoided faking a number for an unmeasured metric.</a:t>
            </a:r>
          </a:p>
          <a:p>
            <a:pPr lvl="1">
              <a:defRPr sz="1400" b="0"/>
            </a:pPr>
            <a:r>
              <a:t>- Starting on work on Odoo CRM integration based on a requirement document that has been provided.</a:t>
            </a:r>
          </a:p>
          <a:p>
            <a:pPr lvl="1">
              <a:defRPr sz="1400" b="0"/>
            </a:pPr>
            <a:r>
              <a:t>Starting work on Odoo CRM integration based on a requirement document that has been provided.</a:t>
            </a:r>
          </a:p>
          <a:p>
            <a:pPr lvl="1">
              <a:defRPr sz="1400" b="0"/>
            </a:pPr>
            <a:r>
              <a:t>Goal is to shortlist only the features genuinely needed for the requirement, avoiding unnecessary scope</a:t>
            </a:r>
          </a:p>
          <a:p>
            <a:pPr lvl="1">
              <a:defRPr sz="1400" b="0"/>
            </a:pPr>
            <a:r>
              <a:t>to the stated requirement, rather than building from scratch.</a:t>
            </a:r>
          </a:p>
          <a:p>
            <a:pPr lvl="1">
              <a:defRPr sz="1400" b="0"/>
            </a:pPr>
            <a:r>
              <a:t>Will review Odoo's open-source codebase to identify which existing CRM features are actually relevant to the stated requirement, and will aim to shorten only the features genuinely needed for the requirement, avoiding unnecessary scope from Odoo’s full CRM feature set.</a:t>
            </a:r>
          </a:p>
          <a:p>
            <a:pPr lvl="1">
              <a:defRPr sz="1400" b="0"/>
            </a:pPr>
            <a:r>
              <a:t>Generated report — Corporate Intelligence Extraction POC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